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068DDF-315B-48BB-896B-AD04686498E9}">
  <a:tblStyle styleId="{40068DDF-315B-48BB-896B-AD04686498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33f6b0cdc9a5b0f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33f6b0cdc9a5b0f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33f6b0cdc9a5b0f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33f6b0cdc9a5b0f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3f6b0cdc9a5b0f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3f6b0cdc9a5b0f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33f6b0cdc9a5b0ff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33f6b0cdc9a5b0ff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33f6b0cdc9a5b0ff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33f6b0cdc9a5b0ff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33f6b0cdc9a5b0ff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33f6b0cdc9a5b0ff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84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ChainBreak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46800" y="1741575"/>
            <a:ext cx="8450400" cy="26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Attack-Path-Aware Incident Containment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AI Defense Lab 2026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Track 1: Cyber Defense &amp; Threat Response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Team 77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Siri Paidipalli and Bharadwaj Katna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An Alert Is Not a Containment Decision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Security alerts can identify suspicious activity, but responders still need to determine: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Can the compromised identity reach a critical asset?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What attack paths make that possible?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What evidence supports those paths?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What is the least disruptive action that breaks them?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Did containment actually eliminate the attack path?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ChainBreak bridges the gap between detection and defensible containment.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Signal to Controlled 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Security Telemetry </a:t>
            </a:r>
            <a:r>
              <a:rPr lang="en" sz="1100">
                <a:solidFill>
                  <a:schemeClr val="dk1"/>
                </a:solidFill>
              </a:rPr>
              <a:t>→ </a:t>
            </a:r>
            <a:r>
              <a:rPr b="1" lang="en" sz="1100">
                <a:solidFill>
                  <a:schemeClr val="dk1"/>
                </a:solidFill>
              </a:rPr>
              <a:t>Evidence Correlation </a:t>
            </a:r>
            <a:r>
              <a:rPr lang="en" sz="1100">
                <a:solidFill>
                  <a:schemeClr val="dk1"/>
                </a:solidFill>
              </a:rPr>
              <a:t>→ </a:t>
            </a:r>
            <a:r>
              <a:rPr b="1" lang="en" sz="1100">
                <a:solidFill>
                  <a:schemeClr val="dk1"/>
                </a:solidFill>
              </a:rPr>
              <a:t>Attack-Path Reconstruction </a:t>
            </a:r>
            <a:r>
              <a:rPr lang="en" sz="1100">
                <a:solidFill>
                  <a:schemeClr val="dk1"/>
                </a:solidFill>
              </a:rPr>
              <a:t>→ </a:t>
            </a:r>
            <a:r>
              <a:rPr b="1" lang="en" sz="1100">
                <a:solidFill>
                  <a:schemeClr val="dk1"/>
                </a:solidFill>
              </a:rPr>
              <a:t>Risk Assessment </a:t>
            </a:r>
            <a:r>
              <a:rPr lang="en" sz="1100">
                <a:solidFill>
                  <a:schemeClr val="dk1"/>
                </a:solidFill>
              </a:rPr>
              <a:t>→ </a:t>
            </a:r>
            <a:r>
              <a:rPr b="1" lang="en" sz="1100">
                <a:solidFill>
                  <a:schemeClr val="dk1"/>
                </a:solidFill>
              </a:rPr>
              <a:t>Containment Optimization </a:t>
            </a:r>
            <a:r>
              <a:rPr lang="en" sz="1100">
                <a:solidFill>
                  <a:schemeClr val="dk1"/>
                </a:solidFill>
              </a:rPr>
              <a:t>→ </a:t>
            </a:r>
            <a:r>
              <a:rPr b="1" lang="en" sz="1100">
                <a:solidFill>
                  <a:schemeClr val="dk1"/>
                </a:solidFill>
              </a:rPr>
              <a:t>Human Approval </a:t>
            </a:r>
            <a:r>
              <a:rPr lang="en" sz="1100">
                <a:solidFill>
                  <a:schemeClr val="dk1"/>
                </a:solidFill>
              </a:rPr>
              <a:t>→ </a:t>
            </a:r>
            <a:r>
              <a:rPr b="1" lang="en" sz="1100">
                <a:solidFill>
                  <a:schemeClr val="dk1"/>
                </a:solidFill>
              </a:rPr>
              <a:t>Simulated Action </a:t>
            </a:r>
            <a:r>
              <a:rPr lang="en" sz="1100">
                <a:solidFill>
                  <a:schemeClr val="dk1"/>
                </a:solidFill>
              </a:rPr>
              <a:t>→ </a:t>
            </a:r>
            <a:r>
              <a:rPr b="1" lang="en" sz="1100">
                <a:solidFill>
                  <a:schemeClr val="dk1"/>
                </a:solidFill>
              </a:rPr>
              <a:t>Verification + Audit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ChainBreak answers three questions: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What can the attacker reach?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Reconstruct evidence-supported paths to the protected asset.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What should we contain?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Identify actions that break all reachable attack paths with minimum disruption.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Did containment work?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Independently verify that the protected asset is no longer reachable.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SCENARIO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Can Alice Reach the Customer Database?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Compromised Identity:</a:t>
            </a:r>
            <a:r>
              <a:rPr lang="en" sz="1100">
                <a:solidFill>
                  <a:schemeClr val="dk1"/>
                </a:solidFill>
              </a:rPr>
              <a:t> Alice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Protected Asset:</a:t>
            </a:r>
            <a:r>
              <a:rPr lang="en" sz="1100">
                <a:solidFill>
                  <a:schemeClr val="dk1"/>
                </a:solidFill>
              </a:rPr>
              <a:t> Customer Database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Viable Attack Paths:</a:t>
            </a:r>
            <a:r>
              <a:rPr lang="en" sz="1100">
                <a:solidFill>
                  <a:schemeClr val="dk1"/>
                </a:solidFill>
              </a:rPr>
              <a:t> 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PATH 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Alice → Alice-Laptop → Dev-Server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→ Deployment Token → Deployment 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→ Customer Database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PATH 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Alice → Alice-Laptop → Dev-Server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→ Backup Service Token → Backup 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→ Customer Database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Blocking one branch is not enough. The second route remains viable.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Every Successful Containment Has the Same Cost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735925" y="128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{40068DDF-315B-48BB-896B-AD04686498E9}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Containment Action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Cost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Paths Remaining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Revoke Deployment Token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Revoke Backup Service Token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Revoke Both Tokens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Disable Alice Account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Isolate Alice-Laptop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Isolate Dev-Server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0" name="Google Shape;80;p17"/>
          <p:cNvSpPr txBox="1"/>
          <p:nvPr/>
        </p:nvSpPr>
        <p:spPr>
          <a:xfrm>
            <a:off x="342900" y="4123825"/>
            <a:ext cx="8489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ChainBreak Recommendation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Revoke Deployment Token + Backup Service Token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Cost: 3 | Paths: 2 → 0 | COMPLETE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Lowest-cost action set that breaks all currently viable attack paths.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69975" y="869150"/>
            <a:ext cx="8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/>
              <a:t>Recommendation Is Not Verification</a:t>
            </a:r>
            <a:endParaRPr sz="1820"/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{40068DDF-315B-48BB-896B-AD04686498E9}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PARTIAL CONTAINMENT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RECOMMENDED CONTAINMENT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Revoke Deployment Token only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Revoke Both Tokens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 Paths → 1 Path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 Paths → 0 Paths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CONTAINMENT INCOMPLETE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CONTAINMENT VERIFIED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Backup Service route remains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Protected asset is no longer reachable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7" name="Google Shape;87;p18"/>
          <p:cNvSpPr txBox="1"/>
          <p:nvPr/>
        </p:nvSpPr>
        <p:spPr>
          <a:xfrm>
            <a:off x="410525" y="3808000"/>
            <a:ext cx="79770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Human Approval → Simulated Action → Recalculate Attack Graph → Verify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279725" y="243650"/>
            <a:ext cx="823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CONTAINMENT VERIFICATION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355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SAFETY</a:t>
            </a:r>
            <a:endParaRPr/>
          </a:p>
        </p:txBody>
      </p:sp>
      <p:graphicFrame>
        <p:nvGraphicFramePr>
          <p:cNvPr id="94" name="Google Shape;94;p19"/>
          <p:cNvGraphicFramePr/>
          <p:nvPr/>
        </p:nvGraphicFramePr>
        <p:xfrm>
          <a:off x="952500" y="139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{40068DDF-315B-48BB-896B-AD04686498E9}</a:tableStyleId>
              </a:tblPr>
              <a:tblGrid>
                <a:gridCol w="3619500"/>
                <a:gridCol w="3619500"/>
              </a:tblGrid>
              <a:tr h="17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Evaluation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Result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Normal Activity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PASS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Active Compromise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Suspicious but Non-Reachable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Missing Telemetry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Partial Containment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Recommended Containment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High-Impact Alternatives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864325"/>
            <a:ext cx="85206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Tested Beyond the Happy Path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360950" y="4575000"/>
            <a:ext cx="79317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7 / 7 Scenarios Passed · 58 Automated Tests Passed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Human approval · Simulation only · No external response actions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